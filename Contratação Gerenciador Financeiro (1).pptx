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B9271-318F-4043-9D55-CF4F344A6E5E}" v="2" dt="2025-03-12T19:12:13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D1E29-6A9C-FFC5-F69A-8285FC2B1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5C15B0-FD4D-97F6-DE50-447354A6C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C455A-CD22-8AAD-3568-964CE2B0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746334-85DB-A4B9-CB8B-ECD1C73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1BEF5E-77E0-4C5D-5450-7E1D7E77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26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76763-0477-6790-36BF-59EAE34B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A4C7C2-E535-8571-053B-F7F90FDF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9FEF9F-AE9C-4235-0DC8-AFE546BF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B9FF7E-B0FB-541A-22E8-F40F5A96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878C0-4C7C-E491-C22B-A530F899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0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35E20-6843-E631-BFBF-5BF9EE6F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BE1EE1-9FDF-7977-2201-4DC430A29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70BDAB-592C-C66D-0655-375B245F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CB452E-ECBB-447F-E18B-E50CAE2C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B5B716-7D5E-A9C5-4FA5-B6D7D08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58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5F1C4-A1CE-EA80-FEC1-B227B6F4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B329F3-A616-0A67-827E-B81203859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638D92-6C58-3C8E-3594-1CFD2C1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47C72D-3226-0102-3CA9-C7BA5D89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E10E00-8450-85DB-E641-905BF610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B12915-EAB9-DF16-5108-FE8A610F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6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93717-8454-CB1F-096A-47B248BD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ED3363-538F-0EB0-37EB-4836C383E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2A34AC-1635-D62C-556F-DDBE9401F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E5DC11-6BFE-2321-ACC5-E02252092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677746-2EC8-BAF0-CB57-B609727DD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30024EF-C160-0761-A2D6-D3A9273B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4C7456-E21F-6070-F006-5729194A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B3008F-B0BD-3ACB-2558-9B2F905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50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3285F-0B63-95E8-1DC6-44A16A04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9C2B02-99D3-280A-425C-6AEA2E7E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9606BF-D986-50F3-E0D7-8B3AA046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C11847-538F-B13C-142F-B8A0F98A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45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5CB0E5-C525-E067-9B14-0622D4DA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BD9D1D-2ABB-631A-608C-D4D096F5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57F016-2EAE-E9C5-D750-D757F737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45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95F16-E971-FF29-F5E9-268BC885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5F941-AAAE-BDCE-16C5-56812680B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D9A015-5835-6D47-CE45-3E9F805A0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1FC614-3BB1-66E8-589F-C912D0B6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0E4D5F-3223-4B5D-96F7-20826C0E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5FF38F-3E9C-9C99-3E79-4FD31721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8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D8A2C-4ADD-2FAE-9B76-C11F1017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2B01EA-4B84-70A4-E8C1-612889E06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664CF-D151-400C-9FC4-457DD9CEF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4AA55-41F3-676C-FF40-391072DF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B886CD-7706-3FF9-0734-13D95401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CE2D92-2377-DB84-2254-E30183A3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50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C57CD-E092-F70A-9667-E1B8F384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F5BC8C-214C-2382-310A-51551D68B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7850F8-EE83-9323-6416-AB198B83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98C986-312B-1818-4D82-83580D57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B305A8-8990-C12B-24A0-4A546F17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95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5FE8E9-2CE9-8363-A16C-EE957F3D0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8835A2-81A5-8F87-FAD0-747818D15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D28924-5994-3829-DB66-50F39550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520FBE-EF6C-DE30-CA07-15D30CFE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CAE71-70FD-1DAD-5045-80847637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55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CCF6C3-CBD1-12CD-1F89-648454E2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95BC6C-7DEA-2B22-B793-FDA888A7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9B1724-F5D3-1C0C-F6AB-88AEF511C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D2838-418B-4DE1-B69B-6257F3EA1498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D34AD0-B628-70D1-1CE0-AC854E931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6C3561-BD39-00FE-FA1C-14BF328F9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C2CD8-C3D3-477F-9310-0FFB4DF8C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97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4EB362C5-8C11-EFB3-FEA6-D29C2BCA88B6}"/>
              </a:ext>
            </a:extLst>
          </p:cNvPr>
          <p:cNvSpPr/>
          <p:nvPr/>
        </p:nvSpPr>
        <p:spPr>
          <a:xfrm>
            <a:off x="9922787" y="3484670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39C727-90A7-00BF-B33D-29BC4752A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75568"/>
            <a:ext cx="9649167" cy="61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99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4EB362C5-8C11-EFB3-FEA6-D29C2BCA88B6}"/>
              </a:ext>
            </a:extLst>
          </p:cNvPr>
          <p:cNvSpPr/>
          <p:nvPr/>
        </p:nvSpPr>
        <p:spPr>
          <a:xfrm>
            <a:off x="9905853" y="3493136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D4A7ED3F-0399-443E-F381-D98AEC141ED0}"/>
              </a:ext>
            </a:extLst>
          </p:cNvPr>
          <p:cNvSpPr/>
          <p:nvPr/>
        </p:nvSpPr>
        <p:spPr>
          <a:xfrm>
            <a:off x="9905853" y="4272069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1914A7-7EAE-93E2-9F01-B4AA57331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761999"/>
            <a:ext cx="9697891" cy="580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5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0525826-5C66-A755-E184-7C874C1386EE}"/>
              </a:ext>
            </a:extLst>
          </p:cNvPr>
          <p:cNvSpPr/>
          <p:nvPr/>
        </p:nvSpPr>
        <p:spPr>
          <a:xfrm>
            <a:off x="9904077" y="3332268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99FBE7-4F7A-17D2-134B-5579B859B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271"/>
            <a:ext cx="9753600" cy="58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0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A971ACA9-6BF3-C615-0BEE-D752A73CEE66}"/>
              </a:ext>
            </a:extLst>
          </p:cNvPr>
          <p:cNvSpPr/>
          <p:nvPr/>
        </p:nvSpPr>
        <p:spPr>
          <a:xfrm>
            <a:off x="9905853" y="851536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60092B60-7A34-30F7-048D-338D9AA7A6E2}"/>
              </a:ext>
            </a:extLst>
          </p:cNvPr>
          <p:cNvSpPr/>
          <p:nvPr/>
        </p:nvSpPr>
        <p:spPr>
          <a:xfrm>
            <a:off x="9905853" y="1452351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2439364A-6A09-EC42-D630-B5FA7693031D}"/>
              </a:ext>
            </a:extLst>
          </p:cNvPr>
          <p:cNvSpPr/>
          <p:nvPr/>
        </p:nvSpPr>
        <p:spPr>
          <a:xfrm>
            <a:off x="9905853" y="1597556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0525826-5C66-A755-E184-7C874C1386EE}"/>
              </a:ext>
            </a:extLst>
          </p:cNvPr>
          <p:cNvSpPr/>
          <p:nvPr/>
        </p:nvSpPr>
        <p:spPr>
          <a:xfrm>
            <a:off x="9904077" y="3332268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3793D6C5-0D4C-932E-B535-91BD234EA1A3}"/>
              </a:ext>
            </a:extLst>
          </p:cNvPr>
          <p:cNvSpPr/>
          <p:nvPr/>
        </p:nvSpPr>
        <p:spPr>
          <a:xfrm>
            <a:off x="9905853" y="3950934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9F2D84-69AF-F4E3-C1B2-2867B7066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986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4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C0B5E1-9538-F922-5D0F-C4555B08A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4581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D818C93-0E97-6179-91BD-E468138CF66E}"/>
              </a:ext>
            </a:extLst>
          </p:cNvPr>
          <p:cNvSpPr/>
          <p:nvPr/>
        </p:nvSpPr>
        <p:spPr>
          <a:xfrm>
            <a:off x="4351867" y="3802451"/>
            <a:ext cx="1905000" cy="29633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0C006AF3-3564-519D-0A3E-40A6CEADDBF6}"/>
              </a:ext>
            </a:extLst>
          </p:cNvPr>
          <p:cNvSpPr/>
          <p:nvPr/>
        </p:nvSpPr>
        <p:spPr>
          <a:xfrm>
            <a:off x="9905853" y="3336784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9C71B32-91DF-BF18-C6F0-6D0F03FD5776}"/>
              </a:ext>
            </a:extLst>
          </p:cNvPr>
          <p:cNvSpPr/>
          <p:nvPr/>
        </p:nvSpPr>
        <p:spPr>
          <a:xfrm>
            <a:off x="9905853" y="4098784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6804327B-A75C-6A4C-0EF3-B831092C743E}"/>
              </a:ext>
            </a:extLst>
          </p:cNvPr>
          <p:cNvSpPr/>
          <p:nvPr/>
        </p:nvSpPr>
        <p:spPr>
          <a:xfrm>
            <a:off x="9905853" y="491984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68F8263-9353-7E6E-B2FB-D2FDA2C14261}"/>
              </a:ext>
            </a:extLst>
          </p:cNvPr>
          <p:cNvSpPr/>
          <p:nvPr/>
        </p:nvSpPr>
        <p:spPr>
          <a:xfrm>
            <a:off x="9905853" y="3933966"/>
            <a:ext cx="203477" cy="184432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5C7CF520-7BC0-264A-2D1D-43AECF52E99A}"/>
              </a:ext>
            </a:extLst>
          </p:cNvPr>
          <p:cNvSpPr/>
          <p:nvPr/>
        </p:nvSpPr>
        <p:spPr>
          <a:xfrm>
            <a:off x="9904077" y="3332268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998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89335B-2C0A-D844-B8B2-2C3F29E2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92" y="1"/>
            <a:ext cx="2152308" cy="22375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AF57CE-F215-AC31-7FCC-D48C505F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26" y="2382804"/>
            <a:ext cx="2167474" cy="2237598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FF768C97-FEFD-45A1-9D4B-8C94D85B0F67}"/>
              </a:ext>
            </a:extLst>
          </p:cNvPr>
          <p:cNvSpPr/>
          <p:nvPr/>
        </p:nvSpPr>
        <p:spPr>
          <a:xfrm>
            <a:off x="9904077" y="3332268"/>
            <a:ext cx="203477" cy="184432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91D54F-D2CE-3A17-3EFD-A3A42AD04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"/>
            <a:ext cx="958111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62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Fernando Chefer Borges</dc:creator>
  <cp:revision>4</cp:revision>
  <dcterms:created xsi:type="dcterms:W3CDTF">2025-02-20T12:33:15Z</dcterms:created>
  <dcterms:modified xsi:type="dcterms:W3CDTF">2025-03-12T19:18:42Z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e7aacd-7cc4-4c31-9e6f-7ef306428f09_Enabled">
    <vt:lpwstr>true</vt:lpwstr>
  </property>
  <property fmtid="{D5CDD505-2E9C-101B-9397-08002B2CF9AE}" pid="3" name="MSIP_Label_fde7aacd-7cc4-4c31-9e6f-7ef306428f09_SetDate">
    <vt:lpwstr>2025-02-20T12:45:46Z</vt:lpwstr>
  </property>
  <property fmtid="{D5CDD505-2E9C-101B-9397-08002B2CF9AE}" pid="4" name="MSIP_Label_fde7aacd-7cc4-4c31-9e6f-7ef306428f09_Method">
    <vt:lpwstr>Privileged</vt:lpwstr>
  </property>
  <property fmtid="{D5CDD505-2E9C-101B-9397-08002B2CF9AE}" pid="5" name="MSIP_Label_fde7aacd-7cc4-4c31-9e6f-7ef306428f09_Name">
    <vt:lpwstr>_PUBLICO</vt:lpwstr>
  </property>
  <property fmtid="{D5CDD505-2E9C-101B-9397-08002B2CF9AE}" pid="6" name="MSIP_Label_fde7aacd-7cc4-4c31-9e6f-7ef306428f09_SiteId">
    <vt:lpwstr>ab9bba98-684a-43fb-add8-9c2bebede229</vt:lpwstr>
  </property>
  <property fmtid="{D5CDD505-2E9C-101B-9397-08002B2CF9AE}" pid="7" name="MSIP_Label_fde7aacd-7cc4-4c31-9e6f-7ef306428f09_ActionId">
    <vt:lpwstr>8c0cc20c-af5e-4fbb-b553-85cd4c5fa305</vt:lpwstr>
  </property>
  <property fmtid="{D5CDD505-2E9C-101B-9397-08002B2CF9AE}" pid="8" name="MSIP_Label_fde7aacd-7cc4-4c31-9e6f-7ef306428f09_ContentBits">
    <vt:lpwstr>1</vt:lpwstr>
  </property>
</Properties>
</file>